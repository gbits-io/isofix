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9945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4F19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3474720" cy="310896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STABLEHACKS 2026  ·  DORAHACKS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</a:t>
            </a:r>
            <a:pPr indent="0" marL="0">
              <a:buNone/>
            </a:pPr>
            <a:r>
              <a:rPr lang="en-US" sz="5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Gateway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bridge between Solana stablecoins and ISO 20022 banking messages.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4754880" cy="41148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GBITS.IO  ·  ZÜRICH · DUBAI · SEOUL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iso.gbits.io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Gbits.io  ·  Solana ISO 20022 Gateway  ·  StableHacks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ISO 20022?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language banks, ERPs, and treasury systems use to talk to each other.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96012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2651760" cy="36576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39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· SEPA · SIC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since 2023.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874520"/>
            <a:ext cx="2651760" cy="96012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874520"/>
            <a:ext cx="2651760" cy="36576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86200" y="2039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&amp; Accounting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Oracle, Bexio, Abacus.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2651760" cy="96012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874520"/>
            <a:ext cx="2651760" cy="36576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2039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Regulators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FINMA, BaFin, ECB.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8229600" cy="160020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·  camt.053 BANK STATEMENT (XML)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&lt;BkToCstmrStmt&gt;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&lt;Stmt&gt;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&lt;Acct&gt;&lt;Id&gt;&lt;IBAN&gt;</a:t>
            </a:r>
            <a:pPr indent="0" marL="0">
              <a:buNone/>
            </a:pPr>
            <a:r>
              <a:rPr lang="en-US" sz="1000" dirty="0">
                <a:solidFill>
                  <a:srgbClr val="00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CH9300762011623852957</a:t>
            </a:r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&lt;/IBAN&gt;&lt;/Id&gt;&lt;/Acct&gt;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&lt;Ntry&gt;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&lt;Amt Ccy="</a:t>
            </a:r>
            <a:pPr indent="0" marL="0">
              <a:buNone/>
            </a:pPr>
            <a:r>
              <a:rPr lang="en-US" sz="1000" dirty="0">
                <a:solidFill>
                  <a:srgbClr val="00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CHF</a:t>
            </a:r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1949.75</a:t>
            </a:r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&lt;/Amt&gt;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&lt;/Ntry&gt;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&lt;/Stmt&gt;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&lt;/BkToCstmrStmt&gt;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Gbits.io  ·  Solana ISO 20022 Gateway  ·  StableHacks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AI: which blockchains do ISO 20022?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69748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STANDARD 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060D18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41448" y="192024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060D18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060D18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95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41448" y="2395728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060D18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2395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Algorand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71216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060D18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712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41448" y="2871216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060D18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41448" y="28712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across ChatGPT, Gemini, Claude, Grok.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2697480"/>
          </a:xfrm>
          <a:prstGeom prst="rect">
            <a:avLst/>
          </a:prstGeom>
          <a:solidFill>
            <a:srgbClr val="0F1A2E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417320"/>
            <a:ext cx="402336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 THE CONVERSATION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965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B0B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~400ms settlement  ·  ~$0.001 per tx  ·  24/7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520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cheaper than every name on the left — but invisible in the ISO 20022 conversation.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0F1A2E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narrative problem, not a tech problem.  </a:t>
            </a:r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now.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Gbits.io  ·  Solana ISO 20022 Gateway  ·  StableHacks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THE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Solana into the bank's language.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stablecoin transactions become ISO 20022 messages that any ERP can import.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194560" cy="1371600"/>
          </a:xfrm>
          <a:prstGeom prst="rect">
            <a:avLst/>
          </a:prstGeom>
          <a:solidFill>
            <a:srgbClr val="0F1A2E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2194560" cy="36576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payments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USDC · USDT · EURC · VCHF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843784"/>
            <a:ext cx="0" cy="0"/>
          </a:xfrm>
          <a:prstGeom prst="rtTriangle">
            <a:avLst/>
          </a:prstGeom>
          <a:solidFill>
            <a:srgbClr val="8090B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880360"/>
            <a:ext cx="777240" cy="0"/>
          </a:xfrm>
          <a:prstGeom prst="line">
            <a:avLst/>
          </a:prstGeom>
          <a:noFill/>
          <a:ln w="2540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97480" y="24231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66160" y="2103120"/>
            <a:ext cx="2468880" cy="1554480"/>
          </a:xfrm>
          <a:prstGeom prst="rect">
            <a:avLst/>
          </a:prstGeom>
          <a:solidFill>
            <a:srgbClr val="0F1A2E"/>
          </a:solidFill>
          <a:ln w="31750">
            <a:solidFill>
              <a:srgbClr val="14F195"/>
            </a:solidFill>
            <a:prstDash val="solid"/>
          </a:ln>
          <a:effectLst>
            <a:outerShdw sx="100000" sy="100000" kx="0" ky="0" algn="bl" rotWithShape="0" blurRad="152400" dist="50800" dir="16200000">
              <a:srgbClr val="14F195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2103120"/>
            <a:ext cx="2468880" cy="4572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 20022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3337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iso.gbits.io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2880360"/>
            <a:ext cx="777240" cy="0"/>
          </a:xfrm>
          <a:prstGeom prst="line">
            <a:avLst/>
          </a:prstGeom>
          <a:noFill/>
          <a:ln w="2540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126480" y="24231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49440" y="2194560"/>
            <a:ext cx="2011680" cy="1371600"/>
          </a:xfrm>
          <a:prstGeom prst="rect">
            <a:avLst/>
          </a:prstGeom>
          <a:solidFill>
            <a:srgbClr val="0F1A2E"/>
          </a:solidFill>
          <a:ln w="25400">
            <a:solidFill>
              <a:srgbClr val="00D1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2194560"/>
            <a:ext cx="2011680" cy="36576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 · Bexio · Abacus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0F1A2E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becomes a Global RTGS  </a:t>
            </a:r>
            <a:pPr algn="ctr" indent="0" marL="0">
              <a:buNone/>
            </a:pPr>
            <a:r>
              <a:rPr lang="en-US" sz="13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real-time gross settlement at ~$0.001 per message. No bank permission needed.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Gbits.io  ·  Solana ISO 20022 Gateway  ·  StableHacks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transaction → ISO 20022 camt.053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on-chain stablecoin transfer maps to a structured bank statement entry.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47672"/>
            <a:ext cx="137160" cy="13716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RPC  ·  ON-CHAIN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66360" y="1947672"/>
            <a:ext cx="137160" cy="13716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 20022 camt.053  ·  XML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657600" cy="228600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"signature":  </a:t>
            </a:r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"4sGjMW1..."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"amount":    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1949.75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"token":      </a:t>
            </a:r>
            <a:pPr indent="0" marL="0">
              <a:buNone/>
            </a:pPr>
            <a:r>
              <a:rPr lang="en-US" sz="1100" dirty="0">
                <a:solidFill>
                  <a:srgbClr val="00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"VCHF"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"from":       </a:t>
            </a:r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"7xKXtg2C..."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"to":         </a:t>
            </a:r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"9mYR4jLe..."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"memo":       </a:t>
            </a:r>
            <a:pPr indent="0" marL="0">
              <a:buNone/>
            </a:pPr>
            <a:r>
              <a:rPr lang="en-US" sz="1100" dirty="0">
                <a:solidFill>
                  <a:srgbClr val="00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"QRR:21000..."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194560"/>
            <a:ext cx="3657600" cy="228600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3317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&lt;BkToCstmrStmt&gt;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&lt;Stmt&gt;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&lt;Ntry&gt;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&lt;Amt Ccy="</a:t>
            </a:r>
            <a:pPr indent="0" marL="0">
              <a:buNone/>
            </a:pPr>
            <a:r>
              <a:rPr lang="en-US" sz="1000" dirty="0">
                <a:solidFill>
                  <a:srgbClr val="00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CHF</a:t>
            </a:r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1949.75</a:t>
            </a:r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&lt;/Amt&gt;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&lt;AcctSvcrRef&gt;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4sGjMW1sU...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&lt;/AcctSvcrRef&gt;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&lt;CdtrRefInf&gt;&lt;Ref&gt;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21000000000313...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&lt;/Ref&gt;&lt;/CdtrRefInf&gt;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&lt;/Ntry&gt;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&lt;/BkToCstmrStmt&gt;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060D18"/>
          </a:solidFill>
          <a:ln w="19050">
            <a:solidFill>
              <a:srgbClr val="14F1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Reference  </a:t>
            </a:r>
            <a:pPr algn="ctr" indent="0" marL="0">
              <a:buNone/>
            </a:pPr>
            <a:r>
              <a:rPr lang="en-US" sz="10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 → </a:t>
            </a:r>
            <a:pPr algn="ctr"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&lt;CdtrRefInf&gt;</a:t>
            </a:r>
            <a:pPr algn="ctr" indent="0" marL="0">
              <a:buNone/>
            </a:pPr>
            <a:r>
              <a:rPr lang="en-US" sz="10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Auto-reconciliation in any ERP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Gbits.io  ·  Solana ISO 20022 Gateway  ·  StableHacks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PROOF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the pudding: it works in Bexio.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camt.053 from a Solana wallet. Imported into Bexio. 27 transactions reconciled as a normal bank account.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64581" y="1783080"/>
            <a:ext cx="5414838" cy="246888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pic>
        <p:nvPicPr>
          <p:cNvPr id="6" name="Image 0" descr="/home/claude/pitch/bex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301" y="1828800"/>
            <a:ext cx="5323398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343400"/>
            <a:ext cx="2670048" cy="41148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343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4343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imported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36976" y="4343400"/>
            <a:ext cx="2670048" cy="41148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28416" y="4343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242816" y="4343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fields parsed by Bexio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16752" y="4343400"/>
            <a:ext cx="2670048" cy="41148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08192" y="4343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022592" y="4343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fixes needed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Gbits.io  ·  Solana ISO 20022 Gateway  ·  StableHacks 2026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TEAM &amp; TRACK RECORD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payment enthusiasts.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competition. Live in production.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33472" cy="196596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5316" y="1965960"/>
            <a:ext cx="777240" cy="77724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7" name="Text 5"/>
          <p:cNvSpPr/>
          <p:nvPr/>
        </p:nvSpPr>
        <p:spPr>
          <a:xfrm>
            <a:off x="1385316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Bischoff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 &amp; PM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Zürich, Switzerland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TradFi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55264" y="1783080"/>
            <a:ext cx="2633472" cy="196596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3380" y="1965960"/>
            <a:ext cx="777240" cy="777240"/>
          </a:xfrm>
          <a:prstGeom prst="ellipse">
            <a:avLst/>
          </a:prstGeom>
          <a:solidFill>
            <a:srgbClr val="00D1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833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46704" y="28346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 Kazakov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46704" y="309067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Fullstack Developer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6704" y="33101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46704" y="352044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&amp; Solana specialist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1783080"/>
            <a:ext cx="2633472" cy="196596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81444" y="1965960"/>
            <a:ext cx="777240" cy="77724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81444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44768" y="28346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Seok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44768" y="309067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Development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33101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&amp; Switzerland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44768" y="352044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years in crypto · Women in Web3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4046220" cy="50292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86200"/>
            <a:ext cx="4046220" cy="36576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931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93192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FM Track Winner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4142232"/>
            <a:ext cx="34061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Hackathon 2024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40580" y="3886200"/>
            <a:ext cx="4046220" cy="50292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0580" y="3886200"/>
            <a:ext cx="4046220" cy="36576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33" name="Text 31"/>
          <p:cNvSpPr/>
          <p:nvPr/>
        </p:nvSpPr>
        <p:spPr>
          <a:xfrm>
            <a:off x="4777740" y="3931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🇨🇭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89220" y="393192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Nation Switzerland — Winner 2024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89220" y="4142232"/>
            <a:ext cx="34061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Innosuisse grant recipient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452628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14F195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0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iso.gbits.io  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452628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F1A2E"/>
          </a:solidFill>
          <a:ln w="19050">
            <a:solidFill>
              <a:srgbClr val="14F1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github.com/gbits-io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Gbits.io  ·  Solana ISO 20022 Gateway  ·  StableHacks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Solana ISO 20022 Gateway — StableHacks 2026</dc:title>
  <dc:subject>PptxGenJS Presentation</dc:subject>
  <dc:creator>Gbits.io</dc:creator>
  <cp:lastModifiedBy>Gbits.io</cp:lastModifiedBy>
  <cp:revision>1</cp:revision>
  <dcterms:created xsi:type="dcterms:W3CDTF">2026-05-21T22:27:15Z</dcterms:created>
  <dcterms:modified xsi:type="dcterms:W3CDTF">2026-05-21T22:27:15Z</dcterms:modified>
</cp:coreProperties>
</file>